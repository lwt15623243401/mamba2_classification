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C00"/>
    <a:srgbClr val="DB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90F4E-5A3C-4F24-AE13-B6A53C2A3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968A0E-6801-49CA-94CC-765E04EB8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921DB2-B465-4E39-B1C9-B2594501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3D308B-DC7E-4C8B-9577-BADAC249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FBDDCF-45E0-4A08-AE06-7AD0AE8F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43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B7A08-16BD-4921-B0DA-6143ED0E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ECCA0-86F3-4D13-9B0C-4AC357275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AA55C0-62DB-4FE4-B7BC-F5193B2A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BC3C5-3226-4D45-9BED-133AA68E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1227A9-21F0-4198-B17E-5DCF1687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21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28789-8D87-4093-B0ED-6930B9E77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43A943-AD40-4CB2-B861-03C8C5C9A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6EAB1D-C366-4D50-B665-89EAD511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F71CC-8134-4570-AE71-6BEAE19B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7963B-9AB9-447B-A655-DBB36F5D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58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6D3CB-D0CE-48E5-979E-85F3B86D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4E5687-C934-4207-9FF6-A632012A4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63FC98-C2BC-48CA-B332-A6A8492A1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3DF6D4-AF6C-40EE-8DE2-E4CC5C14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ED7F01-4D4F-4A34-95D1-2CD23ED7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F7D289-42A8-4A4C-BDE4-9A47914C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64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8030E-4109-4FBD-8776-E9616501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24FD8-544E-4459-B4B9-1DC316D59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E22A8D-7C09-4BBB-B20E-6DDC5A9A7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AC91F5-D5B2-4980-9786-2D6B8893F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8FC676-BB0A-428B-997B-6D87A4DBB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8898C0-D884-491B-9ACD-8C52AFB8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DF390F-D5CF-4FEE-96EE-D1123F27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44D243-B62E-436D-B5D6-68182662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43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83FE0-B273-43FC-8328-CFB67E4B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2F203B-21CB-4133-B230-A76EE92C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96A8F5-9B86-41C8-9013-8B4AAC94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0F621B-E6CD-4BA3-8F10-27A7DAA41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15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E23F42-BE2D-4BFA-B617-2CCA3C43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6DEC59-9418-45EA-A0BB-E2A3D140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3211AE-6019-4304-87B3-7B854926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54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762A0-F5D4-4494-9B47-5784BA46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0FD80-A85A-45C1-8093-4927BA51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ADECA9-919D-4400-9BBA-E5B198531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D272A1-F359-4DE1-A3FB-854993C5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59B6A7-DE7C-4CC2-A37F-48819AE8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9E9B19-4DDB-4339-8459-D721745F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89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01764-D2A6-4361-A185-D3216C95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F45CF-4FF6-47DF-945C-7AFF68B7F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684450-5F3B-4D98-A092-948DBE275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BDCA51-2F7B-4B93-A7CD-B6A44A41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542B58-96CD-4BCE-A955-9748699E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A0C2E2-E281-4202-A516-F2298AE3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63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AEEF9-9B8D-4513-9FFF-91973E29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787828-5E3E-4BFF-8C4A-041CC106C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77D5B-E474-471E-B352-F95E90EF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7A7B2-9E73-4306-9B1F-65994E0D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35920E-BC3E-4D3F-AC1B-2821F8E7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36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486B7A-FDD6-4EE6-86E2-6A8B90B30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04C4B8-C272-48C1-BDE9-7329BE0A6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8EDED-9CA7-4A29-BF47-F0840B768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CCD070-F6D6-49F9-A929-5390837E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667F0-80A8-4427-A7B6-A11F1245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025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571397-43C3-494E-AB26-571AEF6C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96B886-0846-4064-9C85-42A996A53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F0EB1D-6EE6-4D30-BD45-5955EB18F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F232F-701C-4627-AECF-82D76FDE7BFF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8ED3A-F180-4B56-ADB4-C1CD5DD8A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3F7DC-EAD6-4BF9-AC90-4E1EE796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CFF89-BAF2-42EC-85ED-C3ADA9B8C1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67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59FD399-236A-407B-A3CF-D87AF9749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29" y="1753282"/>
            <a:ext cx="607363" cy="607363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80733AE-E826-4775-A693-5539A7AAD436}"/>
              </a:ext>
            </a:extLst>
          </p:cNvPr>
          <p:cNvSpPr/>
          <p:nvPr/>
        </p:nvSpPr>
        <p:spPr>
          <a:xfrm>
            <a:off x="975672" y="1627690"/>
            <a:ext cx="340399" cy="86533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Patch Embed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B46AB44-C573-4590-AF45-F22276EFE9A0}"/>
              </a:ext>
            </a:extLst>
          </p:cNvPr>
          <p:cNvSpPr/>
          <p:nvPr/>
        </p:nvSpPr>
        <p:spPr>
          <a:xfrm>
            <a:off x="1563301" y="1627690"/>
            <a:ext cx="340399" cy="86533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 Encoder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353CA1B-3BDA-483A-B4BF-1847408B53B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00492" y="2056964"/>
            <a:ext cx="175180" cy="33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9A6E8CF-9299-4805-B202-D304A291140D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1316071" y="2060360"/>
            <a:ext cx="24723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流程图: 或者 12">
            <a:extLst>
              <a:ext uri="{FF2B5EF4-FFF2-40B4-BE49-F238E27FC236}">
                <a16:creationId xmlns:a16="http://schemas.microsoft.com/office/drawing/2014/main" id="{BF951179-4748-4E1F-9F27-F7F840B5D289}"/>
              </a:ext>
            </a:extLst>
          </p:cNvPr>
          <p:cNvSpPr/>
          <p:nvPr/>
        </p:nvSpPr>
        <p:spPr>
          <a:xfrm>
            <a:off x="2001638" y="1961105"/>
            <a:ext cx="186612" cy="191715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EA513144-B58D-4B86-9AC2-DA503499F7F3}"/>
              </a:ext>
            </a:extLst>
          </p:cNvPr>
          <p:cNvCxnSpPr>
            <a:endCxn id="13" idx="0"/>
          </p:cNvCxnSpPr>
          <p:nvPr/>
        </p:nvCxnSpPr>
        <p:spPr>
          <a:xfrm flipV="1">
            <a:off x="1354099" y="1961105"/>
            <a:ext cx="740845" cy="95857"/>
          </a:xfrm>
          <a:prstGeom prst="bentConnector4">
            <a:avLst>
              <a:gd name="adj1" fmla="val 9988"/>
              <a:gd name="adj2" fmla="val 67916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293189D-55FD-4058-84D7-086795DCE9A1}"/>
              </a:ext>
            </a:extLst>
          </p:cNvPr>
          <p:cNvSpPr/>
          <p:nvPr/>
        </p:nvSpPr>
        <p:spPr>
          <a:xfrm>
            <a:off x="2458597" y="1624292"/>
            <a:ext cx="340399" cy="8653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RMSNorm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6A9029C-F7BA-4F1E-BCF2-5F33AE1C6B68}"/>
              </a:ext>
            </a:extLst>
          </p:cNvPr>
          <p:cNvCxnSpPr>
            <a:stCxn id="8" idx="3"/>
            <a:endCxn id="18" idx="1"/>
          </p:cNvCxnSpPr>
          <p:nvPr/>
        </p:nvCxnSpPr>
        <p:spPr>
          <a:xfrm flipV="1">
            <a:off x="1903700" y="2056962"/>
            <a:ext cx="554897" cy="33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46BC969-5C80-4D38-9567-78F392529011}"/>
              </a:ext>
            </a:extLst>
          </p:cNvPr>
          <p:cNvSpPr/>
          <p:nvPr/>
        </p:nvSpPr>
        <p:spPr>
          <a:xfrm>
            <a:off x="2987275" y="1624292"/>
            <a:ext cx="998376" cy="865339"/>
          </a:xfrm>
          <a:prstGeom prst="roundRect">
            <a:avLst/>
          </a:prstGeom>
          <a:solidFill>
            <a:srgbClr val="DBF2F3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CP-Mamba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8EA3277-4211-4D98-B343-DB6C74C8839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2798996" y="2056962"/>
            <a:ext cx="1882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2465868-37CF-4E9D-9D06-ABB7551CFADB}"/>
              </a:ext>
            </a:extLst>
          </p:cNvPr>
          <p:cNvSpPr/>
          <p:nvPr/>
        </p:nvSpPr>
        <p:spPr>
          <a:xfrm>
            <a:off x="2343236" y="1483567"/>
            <a:ext cx="1726392" cy="1156996"/>
          </a:xfrm>
          <a:prstGeom prst="roundRect">
            <a:avLst/>
          </a:prstGeom>
          <a:noFill/>
          <a:ln w="1905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22F495C-488D-4291-98A5-7744EB048964}"/>
              </a:ext>
            </a:extLst>
          </p:cNvPr>
          <p:cNvSpPr/>
          <p:nvPr/>
        </p:nvSpPr>
        <p:spPr>
          <a:xfrm>
            <a:off x="4524293" y="1619189"/>
            <a:ext cx="340399" cy="8653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RMSNorm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21B4262-87EA-4EC4-BA07-2ACD5DDF3DEC}"/>
              </a:ext>
            </a:extLst>
          </p:cNvPr>
          <p:cNvSpPr/>
          <p:nvPr/>
        </p:nvSpPr>
        <p:spPr>
          <a:xfrm>
            <a:off x="5052971" y="1619189"/>
            <a:ext cx="998376" cy="865339"/>
          </a:xfrm>
          <a:prstGeom prst="roundRect">
            <a:avLst/>
          </a:prstGeom>
          <a:solidFill>
            <a:srgbClr val="DBF2F3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CP-Mamba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15AA502-E996-4E61-B8E6-F947AD131932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4864692" y="2051859"/>
            <a:ext cx="1882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47B15D5-3F37-4B83-AC5F-465321C28F7D}"/>
              </a:ext>
            </a:extLst>
          </p:cNvPr>
          <p:cNvSpPr/>
          <p:nvPr/>
        </p:nvSpPr>
        <p:spPr>
          <a:xfrm>
            <a:off x="4408932" y="1478464"/>
            <a:ext cx="1726392" cy="1156996"/>
          </a:xfrm>
          <a:prstGeom prst="roundRect">
            <a:avLst/>
          </a:prstGeom>
          <a:noFill/>
          <a:ln w="1905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2713DFB-8EE3-4522-8178-C3648D3A6518}"/>
              </a:ext>
            </a:extLst>
          </p:cNvPr>
          <p:cNvSpPr/>
          <p:nvPr/>
        </p:nvSpPr>
        <p:spPr>
          <a:xfrm>
            <a:off x="6591884" y="1619189"/>
            <a:ext cx="340399" cy="8653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RMSNorm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EBD5F25-0658-4E6B-9FA0-D34EE0733769}"/>
              </a:ext>
            </a:extLst>
          </p:cNvPr>
          <p:cNvSpPr/>
          <p:nvPr/>
        </p:nvSpPr>
        <p:spPr>
          <a:xfrm>
            <a:off x="7120562" y="1619189"/>
            <a:ext cx="998376" cy="865339"/>
          </a:xfrm>
          <a:prstGeom prst="roundRect">
            <a:avLst/>
          </a:prstGeom>
          <a:solidFill>
            <a:srgbClr val="DBF2F3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CP-Mamba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A8C3BAA-98D2-49F6-9025-D62209A69599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6932283" y="2051859"/>
            <a:ext cx="1882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856ADC1-1433-4606-9772-E3B5C62E7319}"/>
              </a:ext>
            </a:extLst>
          </p:cNvPr>
          <p:cNvSpPr/>
          <p:nvPr/>
        </p:nvSpPr>
        <p:spPr>
          <a:xfrm>
            <a:off x="6476523" y="1478464"/>
            <a:ext cx="1726392" cy="1156996"/>
          </a:xfrm>
          <a:prstGeom prst="roundRect">
            <a:avLst/>
          </a:prstGeom>
          <a:noFill/>
          <a:ln w="1905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185C765-19FA-4851-9457-D867F12BD913}"/>
              </a:ext>
            </a:extLst>
          </p:cNvPr>
          <p:cNvSpPr/>
          <p:nvPr/>
        </p:nvSpPr>
        <p:spPr>
          <a:xfrm>
            <a:off x="8649839" y="1619189"/>
            <a:ext cx="340399" cy="8653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RMSNorm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050D44A4-EA63-46E3-9D2B-546F9FC48F03}"/>
              </a:ext>
            </a:extLst>
          </p:cNvPr>
          <p:cNvSpPr/>
          <p:nvPr/>
        </p:nvSpPr>
        <p:spPr>
          <a:xfrm>
            <a:off x="9178517" y="1619189"/>
            <a:ext cx="998376" cy="865339"/>
          </a:xfrm>
          <a:prstGeom prst="roundRect">
            <a:avLst/>
          </a:prstGeom>
          <a:solidFill>
            <a:srgbClr val="DBF2F3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CP-Mamba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B07CB29-4B16-4765-8E7D-2C9D6017F651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8990238" y="2051859"/>
            <a:ext cx="1882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B2D092E-4598-4786-AE33-74E802C9AB83}"/>
              </a:ext>
            </a:extLst>
          </p:cNvPr>
          <p:cNvSpPr/>
          <p:nvPr/>
        </p:nvSpPr>
        <p:spPr>
          <a:xfrm>
            <a:off x="8534478" y="1478464"/>
            <a:ext cx="1726392" cy="1156996"/>
          </a:xfrm>
          <a:prstGeom prst="roundRect">
            <a:avLst/>
          </a:prstGeom>
          <a:noFill/>
          <a:ln w="1905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432E62A-1204-4185-8C1E-FF0FE1834FDD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3985651" y="2051859"/>
            <a:ext cx="538642" cy="51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FBA5FC2-AC3A-4AC6-B513-74C8E66BED27}"/>
              </a:ext>
            </a:extLst>
          </p:cNvPr>
          <p:cNvCxnSpPr>
            <a:stCxn id="27" idx="3"/>
            <a:endCxn id="35" idx="1"/>
          </p:cNvCxnSpPr>
          <p:nvPr/>
        </p:nvCxnSpPr>
        <p:spPr>
          <a:xfrm>
            <a:off x="6051347" y="2051859"/>
            <a:ext cx="54053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494C6C4-EBDC-4DB1-B88E-E430660FA2DA}"/>
              </a:ext>
            </a:extLst>
          </p:cNvPr>
          <p:cNvCxnSpPr>
            <a:stCxn id="36" idx="3"/>
            <a:endCxn id="43" idx="1"/>
          </p:cNvCxnSpPr>
          <p:nvPr/>
        </p:nvCxnSpPr>
        <p:spPr>
          <a:xfrm>
            <a:off x="8118938" y="2051859"/>
            <a:ext cx="5309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AD5134C-96AB-4ABA-9CC1-DCB6073534CA}"/>
              </a:ext>
            </a:extLst>
          </p:cNvPr>
          <p:cNvSpPr/>
          <p:nvPr/>
        </p:nvSpPr>
        <p:spPr>
          <a:xfrm rot="16200000">
            <a:off x="3036232" y="362779"/>
            <a:ext cx="340399" cy="86533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275B3738-28CF-4F4E-8651-E8FD23AFB4EB}"/>
              </a:ext>
            </a:extLst>
          </p:cNvPr>
          <p:cNvSpPr/>
          <p:nvPr/>
        </p:nvSpPr>
        <p:spPr>
          <a:xfrm rot="16200000">
            <a:off x="5101928" y="362778"/>
            <a:ext cx="340399" cy="86533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E5A62E4-B6AC-4EFB-8FF6-8DB119A83EF5}"/>
              </a:ext>
            </a:extLst>
          </p:cNvPr>
          <p:cNvSpPr/>
          <p:nvPr/>
        </p:nvSpPr>
        <p:spPr>
          <a:xfrm rot="16200000">
            <a:off x="7175637" y="362777"/>
            <a:ext cx="340399" cy="86533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D4B859E1-40CB-4C52-9C50-8A630994602C}"/>
              </a:ext>
            </a:extLst>
          </p:cNvPr>
          <p:cNvSpPr/>
          <p:nvPr/>
        </p:nvSpPr>
        <p:spPr>
          <a:xfrm rot="16200000">
            <a:off x="9221354" y="362776"/>
            <a:ext cx="340399" cy="86533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流程图: 汇总连接 57">
            <a:extLst>
              <a:ext uri="{FF2B5EF4-FFF2-40B4-BE49-F238E27FC236}">
                <a16:creationId xmlns:a16="http://schemas.microsoft.com/office/drawing/2014/main" id="{055C30F3-715D-4632-A9DC-1020985D2A6E}"/>
              </a:ext>
            </a:extLst>
          </p:cNvPr>
          <p:cNvSpPr/>
          <p:nvPr/>
        </p:nvSpPr>
        <p:spPr>
          <a:xfrm>
            <a:off x="3113125" y="1125034"/>
            <a:ext cx="186612" cy="191715"/>
          </a:xfrm>
          <a:prstGeom prst="flowChartSummingJunct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流程图: 汇总连接 58">
            <a:extLst>
              <a:ext uri="{FF2B5EF4-FFF2-40B4-BE49-F238E27FC236}">
                <a16:creationId xmlns:a16="http://schemas.microsoft.com/office/drawing/2014/main" id="{6B30B93A-AE0C-4FAB-B0CD-231DBB854327}"/>
              </a:ext>
            </a:extLst>
          </p:cNvPr>
          <p:cNvSpPr/>
          <p:nvPr/>
        </p:nvSpPr>
        <p:spPr>
          <a:xfrm>
            <a:off x="5178821" y="1125034"/>
            <a:ext cx="186612" cy="191715"/>
          </a:xfrm>
          <a:prstGeom prst="flowChartSummingJunct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流程图: 汇总连接 59">
            <a:extLst>
              <a:ext uri="{FF2B5EF4-FFF2-40B4-BE49-F238E27FC236}">
                <a16:creationId xmlns:a16="http://schemas.microsoft.com/office/drawing/2014/main" id="{5C1DF9E1-9E41-4E43-98BA-3C2EDB10A6DC}"/>
              </a:ext>
            </a:extLst>
          </p:cNvPr>
          <p:cNvSpPr/>
          <p:nvPr/>
        </p:nvSpPr>
        <p:spPr>
          <a:xfrm>
            <a:off x="7246413" y="1126167"/>
            <a:ext cx="186612" cy="191715"/>
          </a:xfrm>
          <a:prstGeom prst="flowChartSummingJunct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流程图: 汇总连接 60">
            <a:extLst>
              <a:ext uri="{FF2B5EF4-FFF2-40B4-BE49-F238E27FC236}">
                <a16:creationId xmlns:a16="http://schemas.microsoft.com/office/drawing/2014/main" id="{1C73E396-CB5B-4FE6-ABD0-300DD53E3EC5}"/>
              </a:ext>
            </a:extLst>
          </p:cNvPr>
          <p:cNvSpPr/>
          <p:nvPr/>
        </p:nvSpPr>
        <p:spPr>
          <a:xfrm>
            <a:off x="9302778" y="1120529"/>
            <a:ext cx="186612" cy="191715"/>
          </a:xfrm>
          <a:prstGeom prst="flowChartSummingJunct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或者 63">
            <a:extLst>
              <a:ext uri="{FF2B5EF4-FFF2-40B4-BE49-F238E27FC236}">
                <a16:creationId xmlns:a16="http://schemas.microsoft.com/office/drawing/2014/main" id="{EEB77C87-8AF0-4C4D-8999-F96E54925C53}"/>
              </a:ext>
            </a:extLst>
          </p:cNvPr>
          <p:cNvSpPr/>
          <p:nvPr/>
        </p:nvSpPr>
        <p:spPr>
          <a:xfrm>
            <a:off x="4093270" y="1962803"/>
            <a:ext cx="186612" cy="191715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或者 64">
            <a:extLst>
              <a:ext uri="{FF2B5EF4-FFF2-40B4-BE49-F238E27FC236}">
                <a16:creationId xmlns:a16="http://schemas.microsoft.com/office/drawing/2014/main" id="{30EBBC97-C6E6-43A0-BF67-A970BBB2C1CB}"/>
              </a:ext>
            </a:extLst>
          </p:cNvPr>
          <p:cNvSpPr/>
          <p:nvPr/>
        </p:nvSpPr>
        <p:spPr>
          <a:xfrm>
            <a:off x="6155651" y="1962801"/>
            <a:ext cx="186612" cy="191715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或者 65">
            <a:extLst>
              <a:ext uri="{FF2B5EF4-FFF2-40B4-BE49-F238E27FC236}">
                <a16:creationId xmlns:a16="http://schemas.microsoft.com/office/drawing/2014/main" id="{D1E61CB5-C2B2-4AB8-8FC5-FDC57DEC4B73}"/>
              </a:ext>
            </a:extLst>
          </p:cNvPr>
          <p:cNvSpPr/>
          <p:nvPr/>
        </p:nvSpPr>
        <p:spPr>
          <a:xfrm>
            <a:off x="8233401" y="1962802"/>
            <a:ext cx="186612" cy="191715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20F3BE3E-D1E4-4F16-8D12-472781DB3D08}"/>
              </a:ext>
            </a:extLst>
          </p:cNvPr>
          <p:cNvCxnSpPr>
            <a:endCxn id="58" idx="2"/>
          </p:cNvCxnSpPr>
          <p:nvPr/>
        </p:nvCxnSpPr>
        <p:spPr>
          <a:xfrm flipV="1">
            <a:off x="2240833" y="1220892"/>
            <a:ext cx="872292" cy="830966"/>
          </a:xfrm>
          <a:prstGeom prst="bentConnector3">
            <a:avLst>
              <a:gd name="adj1" fmla="val 293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A84DFAC-415C-48F5-B11A-E29CEC392DFD}"/>
              </a:ext>
            </a:extLst>
          </p:cNvPr>
          <p:cNvCxnSpPr>
            <a:stCxn id="54" idx="1"/>
            <a:endCxn id="58" idx="0"/>
          </p:cNvCxnSpPr>
          <p:nvPr/>
        </p:nvCxnSpPr>
        <p:spPr>
          <a:xfrm flipH="1">
            <a:off x="3206431" y="965648"/>
            <a:ext cx="1" cy="1593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1E3BEEF1-BB41-475F-A361-037A93DE868B}"/>
              </a:ext>
            </a:extLst>
          </p:cNvPr>
          <p:cNvCxnSpPr>
            <a:stCxn id="55" idx="1"/>
            <a:endCxn id="59" idx="0"/>
          </p:cNvCxnSpPr>
          <p:nvPr/>
        </p:nvCxnSpPr>
        <p:spPr>
          <a:xfrm flipH="1">
            <a:off x="5272127" y="965647"/>
            <a:ext cx="1" cy="1593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435C0091-5244-42E8-9D57-690F5573CBF2}"/>
              </a:ext>
            </a:extLst>
          </p:cNvPr>
          <p:cNvCxnSpPr>
            <a:stCxn id="56" idx="1"/>
            <a:endCxn id="60" idx="0"/>
          </p:cNvCxnSpPr>
          <p:nvPr/>
        </p:nvCxnSpPr>
        <p:spPr>
          <a:xfrm flipH="1">
            <a:off x="7339719" y="965646"/>
            <a:ext cx="6118" cy="1605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2A6F804B-FB43-4EF5-ABA4-1AEA0960EFB2}"/>
              </a:ext>
            </a:extLst>
          </p:cNvPr>
          <p:cNvCxnSpPr>
            <a:stCxn id="57" idx="1"/>
            <a:endCxn id="61" idx="0"/>
          </p:cNvCxnSpPr>
          <p:nvPr/>
        </p:nvCxnSpPr>
        <p:spPr>
          <a:xfrm>
            <a:off x="9391554" y="965645"/>
            <a:ext cx="4530" cy="1548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A2D03FCC-F1DF-4282-BAED-1CF58096306C}"/>
              </a:ext>
            </a:extLst>
          </p:cNvPr>
          <p:cNvCxnSpPr>
            <a:stCxn id="58" idx="6"/>
            <a:endCxn id="64" idx="0"/>
          </p:cNvCxnSpPr>
          <p:nvPr/>
        </p:nvCxnSpPr>
        <p:spPr>
          <a:xfrm>
            <a:off x="3299737" y="1220892"/>
            <a:ext cx="886839" cy="74191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A79835A0-27AE-4471-8072-87C367674ECC}"/>
              </a:ext>
            </a:extLst>
          </p:cNvPr>
          <p:cNvCxnSpPr>
            <a:stCxn id="59" idx="6"/>
            <a:endCxn id="65" idx="0"/>
          </p:cNvCxnSpPr>
          <p:nvPr/>
        </p:nvCxnSpPr>
        <p:spPr>
          <a:xfrm>
            <a:off x="5365433" y="1220892"/>
            <a:ext cx="883524" cy="7419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064693E6-E1A0-42A8-80DA-97C096976112}"/>
              </a:ext>
            </a:extLst>
          </p:cNvPr>
          <p:cNvCxnSpPr>
            <a:stCxn id="60" idx="6"/>
            <a:endCxn id="66" idx="0"/>
          </p:cNvCxnSpPr>
          <p:nvPr/>
        </p:nvCxnSpPr>
        <p:spPr>
          <a:xfrm>
            <a:off x="7433025" y="1222025"/>
            <a:ext cx="893682" cy="74077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F1F7E705-92BA-4DDD-B0C0-420385577E8F}"/>
              </a:ext>
            </a:extLst>
          </p:cNvPr>
          <p:cNvCxnSpPr>
            <a:stCxn id="29" idx="1"/>
            <a:endCxn id="59" idx="2"/>
          </p:cNvCxnSpPr>
          <p:nvPr/>
        </p:nvCxnSpPr>
        <p:spPr>
          <a:xfrm rot="10800000" flipH="1">
            <a:off x="4408931" y="1220892"/>
            <a:ext cx="769889" cy="836070"/>
          </a:xfrm>
          <a:prstGeom prst="bentConnector3">
            <a:avLst>
              <a:gd name="adj1" fmla="val -787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13A96A84-8FB0-4B76-A12C-8C93EC7E260C}"/>
              </a:ext>
            </a:extLst>
          </p:cNvPr>
          <p:cNvCxnSpPr>
            <a:stCxn id="65" idx="6"/>
            <a:endCxn id="60" idx="2"/>
          </p:cNvCxnSpPr>
          <p:nvPr/>
        </p:nvCxnSpPr>
        <p:spPr>
          <a:xfrm flipV="1">
            <a:off x="6342263" y="1222025"/>
            <a:ext cx="904150" cy="836634"/>
          </a:xfrm>
          <a:prstGeom prst="bentConnector3">
            <a:avLst>
              <a:gd name="adj1" fmla="val 768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2B3D9BC7-B4FB-4CD2-95D0-C77C6D6CE0B6}"/>
              </a:ext>
            </a:extLst>
          </p:cNvPr>
          <p:cNvCxnSpPr>
            <a:stCxn id="66" idx="6"/>
            <a:endCxn id="61" idx="2"/>
          </p:cNvCxnSpPr>
          <p:nvPr/>
        </p:nvCxnSpPr>
        <p:spPr>
          <a:xfrm flipV="1">
            <a:off x="8420013" y="1216387"/>
            <a:ext cx="882765" cy="842273"/>
          </a:xfrm>
          <a:prstGeom prst="bentConnector3">
            <a:avLst>
              <a:gd name="adj1" fmla="val 666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E9EC94A1-D45D-4A15-996E-1FD4A9AB5CE9}"/>
              </a:ext>
            </a:extLst>
          </p:cNvPr>
          <p:cNvSpPr/>
          <p:nvPr/>
        </p:nvSpPr>
        <p:spPr>
          <a:xfrm>
            <a:off x="10607771" y="1620632"/>
            <a:ext cx="340399" cy="8653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RMSNorm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0EAC1DED-BBEF-45B8-8EB6-0D83E9843020}"/>
              </a:ext>
            </a:extLst>
          </p:cNvPr>
          <p:cNvCxnSpPr>
            <a:stCxn id="44" idx="3"/>
            <a:endCxn id="98" idx="1"/>
          </p:cNvCxnSpPr>
          <p:nvPr/>
        </p:nvCxnSpPr>
        <p:spPr>
          <a:xfrm>
            <a:off x="10176893" y="2051859"/>
            <a:ext cx="430878" cy="14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流程图: 或者 100">
            <a:extLst>
              <a:ext uri="{FF2B5EF4-FFF2-40B4-BE49-F238E27FC236}">
                <a16:creationId xmlns:a16="http://schemas.microsoft.com/office/drawing/2014/main" id="{2DEEB7FE-B742-4AF9-B6EC-4978F7A23D66}"/>
              </a:ext>
            </a:extLst>
          </p:cNvPr>
          <p:cNvSpPr/>
          <p:nvPr/>
        </p:nvSpPr>
        <p:spPr>
          <a:xfrm>
            <a:off x="10299026" y="1956000"/>
            <a:ext cx="186612" cy="191715"/>
          </a:xfrm>
          <a:prstGeom prst="flowChar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E58BFE91-6C32-456F-BD38-23AC27FE64FF}"/>
              </a:ext>
            </a:extLst>
          </p:cNvPr>
          <p:cNvCxnSpPr>
            <a:stCxn id="61" idx="6"/>
            <a:endCxn id="101" idx="0"/>
          </p:cNvCxnSpPr>
          <p:nvPr/>
        </p:nvCxnSpPr>
        <p:spPr>
          <a:xfrm>
            <a:off x="9489390" y="1216387"/>
            <a:ext cx="902942" cy="73961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77013672-020E-4B6F-94F0-1AF5CAEBEC06}"/>
              </a:ext>
            </a:extLst>
          </p:cNvPr>
          <p:cNvSpPr/>
          <p:nvPr/>
        </p:nvSpPr>
        <p:spPr>
          <a:xfrm>
            <a:off x="11572541" y="1619187"/>
            <a:ext cx="340399" cy="86533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163043A8-8182-4EF2-A2BF-F26D5A7E0452}"/>
              </a:ext>
            </a:extLst>
          </p:cNvPr>
          <p:cNvCxnSpPr>
            <a:cxnSpLocks/>
            <a:stCxn id="98" idx="3"/>
            <a:endCxn id="111" idx="1"/>
          </p:cNvCxnSpPr>
          <p:nvPr/>
        </p:nvCxnSpPr>
        <p:spPr>
          <a:xfrm flipV="1">
            <a:off x="10948170" y="2051856"/>
            <a:ext cx="152510" cy="14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C52996D3-B8F3-4161-B547-C0F2EEED66F7}"/>
              </a:ext>
            </a:extLst>
          </p:cNvPr>
          <p:cNvSpPr/>
          <p:nvPr/>
        </p:nvSpPr>
        <p:spPr>
          <a:xfrm>
            <a:off x="11100680" y="1619186"/>
            <a:ext cx="340399" cy="86533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E4EA6696-7A36-436D-AA06-001C101FBB27}"/>
              </a:ext>
            </a:extLst>
          </p:cNvPr>
          <p:cNvCxnSpPr>
            <a:cxnSpLocks/>
          </p:cNvCxnSpPr>
          <p:nvPr/>
        </p:nvCxnSpPr>
        <p:spPr>
          <a:xfrm flipV="1">
            <a:off x="11446816" y="2058658"/>
            <a:ext cx="152510" cy="14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92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35</Words>
  <Application>Microsoft Office PowerPoint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Wentao Liu</dc:creator>
  <cp:lastModifiedBy>Wentao Liu</cp:lastModifiedBy>
  <cp:revision>22</cp:revision>
  <dcterms:created xsi:type="dcterms:W3CDTF">2025-09-10T08:23:06Z</dcterms:created>
  <dcterms:modified xsi:type="dcterms:W3CDTF">2025-09-11T10:43:40Z</dcterms:modified>
</cp:coreProperties>
</file>